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jpg" ContentType="image/jpg"/>
  <Override PartName="/ppt/slides/slide2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</p:sldIdLst>
  <p:sldSz cx="10693400" cy="7556500"/>
  <p:notesSz cx="10693400" cy="75565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2515"/>
            <a:ext cx="9089390" cy="15868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1640"/>
            <a:ext cx="7485380" cy="18891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670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7101" y="1737995"/>
            <a:ext cx="4651629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534670" y="302260"/>
            <a:ext cx="9624060" cy="1209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670" y="1737995"/>
            <a:ext cx="9624060" cy="4987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35756" y="7027545"/>
            <a:ext cx="3421888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670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7699248" y="7027545"/>
            <a:ext cx="2459482" cy="37782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jp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709338"/>
            <a:ext cx="10312400" cy="613782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0500" y="732384"/>
            <a:ext cx="10312400" cy="60917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2026-06-12T13:58:41Z</dcterms:created>
  <dcterms:modified xsi:type="dcterms:W3CDTF">2026-06-12T13:58:41Z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2026-06-12T00:00:00Z</vt:filetime>
  </property>
  <property fmtid="{D5CDD505-2E9C-101B-9397-08002B2CF9AE}" pid="3" name="LastSaved">
    <vt:filetime>2026-06-12T00:00:00Z</vt:filetime>
  </property>
  <property fmtid="{D5CDD505-2E9C-101B-9397-08002B2CF9AE}" pid="4" name="Producer">
    <vt:lpwstr>3-Heights(TM) PDF Security Shell 4.8.25.2 (http://www.pdf-tools.com)</vt:lpwstr>
  </property>
</Properties>
</file>