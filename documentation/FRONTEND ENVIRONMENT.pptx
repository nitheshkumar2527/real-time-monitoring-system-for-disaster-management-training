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452924"/>
            <a:ext cx="12192000" cy="5952151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952701"/>
            <a:ext cx="12192000" cy="4952599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029159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